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0C1F90-F58F-4774-BDB4-C16FEF946A7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BEC7BC-D218-4B25-9B30-4EA97FB6C37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3D4958-B506-466E-9FBC-2255C3EA65D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9589DD-0B9D-4BF5-AC13-4D137FF3671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E622D9-83FB-4F5A-8D77-0D9DC0FE2F7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982633-AFEE-45F0-A1F4-9D0A95D79CF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63801B-05E4-41DE-9E36-6EDAB19A4A8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06D32F-88B1-4580-B0BB-762BFDC1775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961AF1-CF7E-43D4-BE40-C3FB3FA5145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51B7B5-CA20-4762-AE76-319210C1917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0C80EB-B460-48EC-889C-DDC8780AD6F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huggingface.co/" TargetMode="External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IA en local : Optimisation et Orchestration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choix du LLM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⇒ Hugging Face : </a:t>
            </a: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Calibri"/>
                <a:hlinkClick r:id="rId1"/>
              </a:rPr>
              <a:t>https://huggingface.co/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Approche structurée :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Modèles optimisés pour le code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Granite 3.0 3B (Instruct) et Qwen 2.5 3B (Instruct, version Q6_K).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Utilisation systématique du format GGUF pour la compatibilité native.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343080">
              <a:lnSpc>
                <a:spcPct val="10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 choix des outils de gestion et d’interface 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tretch/>
        </p:blipFill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 txBox="1"/>
          <p:nvPr/>
        </p:nvSpPr>
        <p:spPr>
          <a:xfrm>
            <a:off x="-55080" y="1254600"/>
            <a:ext cx="9235080" cy="30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Llama.cpp :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Serveur backend haute performance pour les modèles GGUF.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Ollama :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Gestionnaire de modèles local optimisé, intégré avec Open-WebUI.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OpenCode-GUI :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Environnement de développement complet conteneurisé.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OpenRouter-Proxy (LiteLLM) :</a:t>
            </a: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Hub central pour l’orchestration des modèles.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Agents :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RAG (Retrieval Augmented Generation)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Système basé sur Marimo pour interroger dynamiquement vos connaissances locales.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Interfaces graphiques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Open-WebUI (Port 3000) et Chatbot UI (Port 3001).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MCP (Model Context Protocol) - Partie 1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10760" y="1105920"/>
            <a:ext cx="8229240" cy="375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Définition 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Le MCP est un protocole standardisé permettant d’exposer des capacités, des outils et des données aux modèles d’IA de manière structurée et sécurisée.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Exemple de code (outil MCP - Partie 1) 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007020"/>
                </a:solidFill>
                <a:effectLst/>
                <a:uFillTx/>
                <a:latin typeface="Arial"/>
              </a:rPr>
              <a:t>def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check_disk_usage():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</a:t>
            </a:r>
            <a:r>
              <a:rPr lang="en-US" sz="12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import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shutil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total, used, free 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shutil.disk_usage(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Arial"/>
              </a:rPr>
              <a:t>"/"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</a:t>
            </a:r>
            <a:r>
              <a:rPr lang="en-US" sz="1200" b="1" u="none" strike="noStrike">
                <a:solidFill>
                  <a:srgbClr val="007020"/>
                </a:solidFill>
                <a:effectLst/>
                <a:uFillTx/>
                <a:latin typeface="Arial"/>
              </a:rPr>
              <a:t>return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{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Arial"/>
              </a:rPr>
              <a:t>"total"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total,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Arial"/>
              </a:rPr>
              <a:t>"used"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used,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Arial"/>
              </a:rPr>
              <a:t>"free"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free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}</a:t>
            </a:r>
            <a:br>
              <a:rPr sz="1200"/>
            </a:br>
            <a:br>
              <a:rPr sz="1200"/>
            </a:br>
            <a:r>
              <a:rPr lang="en-US" sz="12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from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mcp.server </a:t>
            </a:r>
            <a:r>
              <a:rPr lang="en-US" sz="12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import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Server</a:t>
            </a:r>
            <a:br>
              <a:rPr sz="1200"/>
            </a:br>
            <a:r>
              <a:rPr lang="en-US" sz="12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from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mcp.types </a:t>
            </a:r>
            <a:r>
              <a:rPr lang="en-US" sz="1200" b="1" u="none" strike="noStrike">
                <a:solidFill>
                  <a:srgbClr val="008000"/>
                </a:solidFill>
                <a:effectLst/>
                <a:uFillTx/>
                <a:latin typeface="Arial"/>
              </a:rPr>
              <a:t>import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Tool, Schema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40000" y="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MCP (Model Context Protocol) - Partie 2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360000" y="925920"/>
            <a:ext cx="822924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Exemple de code (outil MCP - Partie 2) 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server 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Server()</a:t>
            </a:r>
            <a:br>
              <a:rPr sz="1200"/>
            </a:br>
            <a:r>
              <a:rPr lang="en-US" sz="1200" b="0" u="none" strike="noStrike">
                <a:solidFill>
                  <a:srgbClr val="7D9029"/>
                </a:solidFill>
                <a:effectLst/>
                <a:uFillTx/>
                <a:latin typeface="Courier New"/>
              </a:rPr>
              <a:t>@server.tool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(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Tool(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name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"check_disk"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description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"Returns disk usage stats"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input_schema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Schema(</a:t>
            </a:r>
            <a:r>
              <a:rPr lang="en-US" sz="12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type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"object"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 properties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{}),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output_schema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Schema(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</a:t>
            </a:r>
            <a:r>
              <a:rPr lang="en-US" sz="1200" b="0" u="none" strike="noStrike">
                <a:solidFill>
                  <a:srgbClr val="008000"/>
                </a:solidFill>
                <a:effectLst/>
                <a:uFillTx/>
                <a:latin typeface="Courier New"/>
              </a:rPr>
              <a:t>type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"object"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properties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Courier New"/>
              </a:rPr>
              <a:t>=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{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"total"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{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"type"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"number"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"used"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{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"type"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"number"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},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   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"free"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{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"type"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: </a:t>
            </a:r>
            <a:r>
              <a:rPr lang="en-US" sz="1200" b="0" u="none" strike="noStrike">
                <a:solidFill>
                  <a:srgbClr val="4070A0"/>
                </a:solidFill>
                <a:effectLst/>
                <a:uFillTx/>
                <a:latin typeface="Courier New"/>
              </a:rPr>
              <a:t>"number"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}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}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)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)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)</a:t>
            </a:r>
            <a:br>
              <a:rPr sz="1200"/>
            </a:br>
            <a:r>
              <a:rPr lang="en-US" sz="12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def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check_disk_tool(_args):</a:t>
            </a: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</a:t>
            </a:r>
            <a:r>
              <a:rPr lang="en-US" sz="1200" b="1" u="none" strike="noStrike">
                <a:solidFill>
                  <a:srgbClr val="007020"/>
                </a:solidFill>
                <a:effectLst/>
                <a:uFillTx/>
                <a:latin typeface="Courier New"/>
              </a:rPr>
              <a:t>return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check_disk_usage()</a:t>
            </a:r>
            <a:br>
              <a:rPr sz="1200"/>
            </a:br>
            <a:br>
              <a:rPr sz="1200"/>
            </a:b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server.run()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Collabora_Office/25.04.10.20260424$Linux_X86_64 LibreOffice_project/0d2e5eb0c80b95ea50bff3413d0aa12e36ec724f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2026-04-26T22:42:17Z</dcterms:created>
  <dc:creator/>
  <dc:description/>
  <dc:language>fr-FR</dc:language>
  <cp:lastModifiedBy/>
  <dcterms:modified xsi:type="dcterms:W3CDTF">2026-04-26T18:47:51Z</dcterms:modified>
  <cp:revision>2</cp:revision>
  <dc:subject/>
  <dc:title/>
</cp:coreProperties>
</file>